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Sentiment Analysis of Amazon Product Reviews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Semester Project</a:t>
            </a:r>
          </a:p>
          <a:p>
            <a:r>
              <a:t>Bachelor of Technology in Electronics &amp; Communication Engineering</a:t>
            </a:r>
          </a:p>
          <a:p>
            <a:r>
              <a:t>Semester: 6th | Year: 3rd</a:t>
            </a:r>
          </a:p>
          <a:p/>
          <a:p>
            <a:r>
              <a:t>Presented by: [Your Name]</a:t>
            </a:r>
          </a:p>
          <a:p>
            <a:r>
              <a:t>College: [Your 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Sentiment Analysis?</a:t>
            </a:r>
          </a:p>
          <a:p>
            <a:pPr lvl="1"/>
            <a:r>
              <a:t>• Natural Language Processing (NLP) task to classify the emotional tone of text.</a:t>
            </a:r>
          </a:p>
          <a:p>
            <a:pPr/>
            <a:r>
              <a:t>Why Customer Reviews?</a:t>
            </a:r>
          </a:p>
          <a:p>
            <a:pPr lvl="1"/>
            <a:r>
              <a:t>• Vital for e-commerce (Amazon) to gauge customer satisfaction automatically.</a:t>
            </a:r>
          </a:p>
          <a:p>
            <a:pPr/>
            <a:r>
              <a:t>Real-world Applications</a:t>
            </a:r>
          </a:p>
          <a:p>
            <a:pPr lvl="1"/>
            <a:r>
              <a:t>• Brand monitoring, product feedback, and marketing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Problem Statement</a:t>
            </a:r>
          </a:p>
          <a:p>
            <a:pPr lvl="1"/>
            <a:r>
              <a:t>• Difficulty in manually processing massive amounts of unstructured review data.</a:t>
            </a:r>
          </a:p>
          <a:p>
            <a:pPr>
              <a:defRPr b="1"/>
            </a:pPr>
            <a:r>
              <a:t>Project Objectives</a:t>
            </a:r>
          </a:p>
          <a:p>
            <a:pPr lvl="1"/>
            <a:r>
              <a:t>• Develop an automated system to classify reviews as Positive or Negative.</a:t>
            </a:r>
          </a:p>
          <a:p>
            <a:pPr lvl="1"/>
            <a:r>
              <a:t>• Implement a full ML pipeline: Preprocessing -&gt; Vectorization -&gt; Training -&gt;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Tech Stack: Python, Scikit-learn, Pandas, Matplotlib.</a:t>
            </a:r>
          </a:p>
          <a:p>
            <a:pPr>
              <a:defRPr b="1"/>
            </a:pPr>
            <a:r>
              <a:t>Methodology Workflow:</a:t>
            </a:r>
          </a:p>
          <a:p>
            <a:pPr lvl="1"/>
            <a:r>
              <a:t>1. Preprocessing: Cleaning text, removing punctuation, custom stopwords.</a:t>
            </a:r>
          </a:p>
          <a:p>
            <a:pPr lvl="1"/>
            <a:r>
              <a:t>2. Feature Extraction: TF-IDF Vectorization (n-grams 1 to 2).</a:t>
            </a:r>
          </a:p>
          <a:p>
            <a:pPr lvl="1"/>
            <a:r>
              <a:t>3. Model: Logistic Regression &amp; Linear SVC.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models achieved high accuracy by capturing key sentiment indicators.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3840480" cy="3200400"/>
          </a:xfrm>
          <a:prstGeom prst="rect">
            <a:avLst/>
          </a:prstGeom>
        </p:spPr>
      </p:pic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3200"/>
            <a:ext cx="56007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Negation Handling: Modified stopword list to retain 'not'.</a:t>
            </a:r>
          </a:p>
          <a:p>
            <a:pPr/>
            <a:r>
              <a:t>2. Data Imbalance: Used 'class_weight' parameter in models.</a:t>
            </a:r>
          </a:p>
          <a:p>
            <a:pPr/>
            <a:r>
              <a:t>3. Sarcasm: Classical ML sometimes struggles with sarcastic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Summary</a:t>
            </a:r>
          </a:p>
          <a:p>
            <a:pPr lvl="1"/>
            <a:r>
              <a:t>• Successfully built a reliable sentiment classifier for Amazon reviews.</a:t>
            </a:r>
          </a:p>
          <a:p>
            <a:pPr>
              <a:defRPr b="1"/>
            </a:pPr>
            <a:r>
              <a:t>Future Scope</a:t>
            </a:r>
          </a:p>
          <a:p>
            <a:pPr lvl="1"/>
            <a:r>
              <a:t>• Implement Deep Learning (LSTMs) or Transformers (BERT).</a:t>
            </a:r>
          </a:p>
          <a:p>
            <a:pPr lvl="1"/>
            <a:r>
              <a:t>• Deploy as a web-scale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